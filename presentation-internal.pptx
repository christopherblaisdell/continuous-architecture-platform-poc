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talking points:</a:t>
            </a:r>
          </a:p>
          <a:p>
            <a:r>
              <a:t>- We've built a proof of concept that transforms how our architecture practice works</a:t>
            </a:r>
          </a:p>
          <a:p>
            <a:r>
              <a:t>- This builds directly on our existing strengths - Git-controlled specs and production gating</a:t>
            </a:r>
          </a:p>
          <a:p>
            <a:r>
              <a:t>- Everything I'll show you is already deployed and working</a:t>
            </a:r>
          </a:p>
          <a:p>
            <a:r>
              <a:t>- Total time to present: 15-20 minutes</a:t>
            </a:r>
          </a:p>
          <a:p>
            <a:r>
              <a:t>- Live portal demo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- Emphasize that our Git-based foundation is already strong - most companies don't have this</a:t>
            </a:r>
          </a:p>
          <a:p>
            <a:r>
              <a:t>- Gap 1: Confluence updates are voluntary, so they get skipped. The browsable docs stakeholders use fall behind.</a:t>
            </a:r>
          </a:p>
          <a:p>
            <a:r>
              <a:t>- Gap 2: After deployment, we never verify the code matches the design. Specs describe intent, not reality.</a:t>
            </a:r>
          </a:p>
          <a:p>
            <a:r>
              <a:t>- These gaps compound over time - every project makes it worse</a:t>
            </a:r>
          </a:p>
          <a:p>
            <a:r>
              <a:t>- The next architect has to re-investigate because documentation is stale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overview:</a:t>
            </a:r>
          </a:p>
          <a:p>
            <a:r>
              <a:t>- Pillar 1: We're using GitHub Copilot Pro+ with Claude Opus 4.6 - fixed subscription, no variable costs</a:t>
            </a:r>
          </a:p>
          <a:p>
            <a:r>
              <a:t>- Pillar 2: Our Git repo becomes the AI's context - it reads our actual specs, not synthetic examples</a:t>
            </a:r>
          </a:p>
          <a:p>
            <a:r>
              <a:t>- Pillar 3: We extend what we already do (Git-first) to include solution designs and ADRs in Markdown</a:t>
            </a:r>
          </a:p>
          <a:p>
            <a:r>
              <a:t>- Pillar 4: Automated publishing - a git push replaces the manual Confluence step that gets skipped</a:t>
            </a:r>
          </a:p>
          <a:p>
            <a:r>
              <a:t>- All four pillars work together - each builds on our existing Git foundation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model deep-dive:</a:t>
            </a:r>
          </a:p>
          <a:p>
            <a:r>
              <a:t>- We tested both toolchains on identical scenarios</a:t>
            </a:r>
          </a:p>
          <a:p>
            <a:r>
              <a:t>- GitHub Copilot: $39/month fixed subscription - unlimited context, unlimited autonomous tool calls</a:t>
            </a:r>
          </a:p>
          <a:p>
            <a:r>
              <a:t>- Intent-based billing: only human-typed prompts count (3x multiplier for Claude Opus 4.6)</a:t>
            </a:r>
          </a:p>
          <a:p>
            <a:r>
              <a:t>- OpenRouter: pay per token for EVERYTHING - context recalculated from scratch every time</a:t>
            </a:r>
          </a:p>
          <a:p>
            <a:r>
              <a:t>- 208x difference comes from architectural approach, not just pricing model</a:t>
            </a:r>
          </a:p>
          <a:p>
            <a:r>
              <a:t>- As our workspace grows (more ADRs, more designs), Copilot cost stays flat, OpenRouter scales linearly</a:t>
            </a:r>
          </a:p>
          <a:p>
            <a:r>
              <a:t>- This is a structural advantage, not a temporary pricing anomaly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Portal demonstration talking points:</a:t>
            </a:r>
          </a:p>
          <a:p>
            <a:r>
              <a:t>- This is a LIVE site, deployed to Azure Static Web Apps</a:t>
            </a:r>
          </a:p>
          <a:p>
            <a:r>
              <a:t>- Everything you'll see was generated by AI from our specs</a:t>
            </a:r>
          </a:p>
          <a:p>
            <a:r>
              <a:t>- Uses NovaTrek Adventures as synthetic domain (no real corporate data)</a:t>
            </a:r>
          </a:p>
          <a:p>
            <a:r>
              <a:t>- Click through to show: microservice page with clickable diagrams, Swagger UI, global ADR log</a:t>
            </a:r>
          </a:p>
          <a:p>
            <a:r>
              <a:t>- Emphasize: this publishes automatically on git push - no manual Confluence step</a:t>
            </a:r>
          </a:p>
          <a:p>
            <a:r>
              <a:t>- Point out: deep linking works - diagrams link to specific endpoints on other service pages</a:t>
            </a:r>
          </a:p>
          <a:p>
            <a:r>
              <a:t>- 301 total artifacts auto-published from a single git push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quality talking points:</a:t>
            </a:r>
          </a:p>
          <a:p>
            <a:r>
              <a:t>- 39 files across 5 scenarios - investigation, design, implementation guidance, decisions</a:t>
            </a:r>
          </a:p>
          <a:p>
            <a:r>
              <a:t>- Every artifact follows our documented standards (MADR for ADRs, arc42 for solution designs)</a:t>
            </a:r>
          </a:p>
          <a:p>
            <a:r>
              <a:t>- No fabricated data - AI only used evidence from logs, specs, and source code</a:t>
            </a:r>
          </a:p>
          <a:p>
            <a:r>
              <a:t>- Compared to per-token alternative: Copilot produced 39 files vs 37, and had zero fabrication vs 4 hallucinated fields</a:t>
            </a:r>
          </a:p>
          <a:p>
            <a:r>
              <a:t>- These aren't toy examples - complex multi-service scenarios like RFID wristband integration and schedule overwrite bugs</a:t>
            </a:r>
          </a:p>
          <a:p>
            <a:r>
              <a:t>- Full architectural depth - diagrams, trade-off analysis, consequences documented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PROMOTE step innovation:</a:t>
            </a:r>
          </a:p>
          <a:p>
            <a:r>
              <a:t>- This is the architectural innovation that makes it "continuous"</a:t>
            </a:r>
          </a:p>
          <a:p>
            <a:r>
              <a:t>- Current reality: architects create designs, developers implement, nobody verifies alignment</a:t>
            </a:r>
          </a:p>
          <a:p>
            <a:r>
              <a:t>- After every project: ADRs stay in ticket branches, specs describe intent not reality, knowledge is lost</a:t>
            </a:r>
          </a:p>
          <a:p>
            <a:r>
              <a:t>- PROMOTE step: AI reconciles design vs implementation, updates specs to match reality, promotes ADRs to global log</a:t>
            </a:r>
          </a:p>
          <a:p>
            <a:r>
              <a:t>- This step has never existed in our workflow before - no time, no process, no tooling</a:t>
            </a:r>
          </a:p>
          <a:p>
            <a:r>
              <a:t>- Now automated: AI does the reconciliation work, creates audit trail</a:t>
            </a:r>
          </a:p>
          <a:p>
            <a:r>
              <a:t>- Result: specs describe actual production behavior, not just original design intent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and approval request:</a:t>
            </a:r>
          </a:p>
          <a:p>
            <a:r>
              <a:t>- We need four approvals to adopt this platform</a:t>
            </a:r>
          </a:p>
          <a:p>
            <a:r>
              <a:t>- Approval 1: Copilot licenses - start with architecture team as pilot, measure quality, expand if successful</a:t>
            </a:r>
          </a:p>
          <a:p>
            <a:r>
              <a:t>- Approval 2: Markdown authoring - this extends what we already do (Git-first), just adds solution designs to the repo</a:t>
            </a:r>
          </a:p>
          <a:p>
            <a:r>
              <a:t>- Approval 3: Automated publishing - replaces the manual Confluence step that gets skipped anyway</a:t>
            </a:r>
          </a:p>
          <a:p>
            <a:r>
              <a:t>- Approval 4: Optional - Confluence sync if we need to maintain Confluence as canonical platform</a:t>
            </a:r>
          </a:p>
          <a:p>
            <a:r>
              <a:t>- Total cost: $39/month per architect (fixed) - no infrastructure costs, no variable expenses</a:t>
            </a:r>
          </a:p>
          <a:p>
            <a:r>
              <a:t>- Everything shown today is already built and deployed - this isn't vaporware</a:t>
            </a:r>
          </a:p>
          <a:p>
            <a:r>
              <a:t>- Questions to address: pilot scope, timeline, success metrics, reporting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ngo-sand-083b8ce0f.4.azurestaticapps.net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Continuous Architecture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8F00"/>
                </a:solidFill>
              </a:defRPr>
            </a:pPr>
            <a:r>
              <a:t>Building on Our Git-First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March 2026 • Architecture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Problem: The Last Mile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97B"/>
                </a:solidFill>
              </a:defRPr>
            </a:pPr>
            <a:r>
              <a:t>We Already Did the Hard Part:</a:t>
            </a:r>
          </a:p>
          <a:p>
            <a:pPr>
              <a:spcBef>
                <a:spcPts val="600"/>
              </a:spcBef>
              <a:defRPr sz="1800"/>
            </a:pPr>
            <a:r>
              <a:t>✓ OpenAPI specs are source-controlled in Git</a:t>
            </a:r>
          </a:p>
          <a:p>
            <a:pPr>
              <a:spcBef>
                <a:spcPts val="600"/>
              </a:spcBef>
              <a:defRPr sz="1800"/>
            </a:pPr>
            <a:r>
              <a:t>✓ PlantUML diagrams version-controlled alongside specs</a:t>
            </a:r>
          </a:p>
          <a:p>
            <a:pPr>
              <a:spcBef>
                <a:spcPts val="600"/>
              </a:spcBef>
              <a:defRPr sz="1800"/>
            </a:pPr>
            <a:r>
              <a:t>✓ No Swagger goes to production without Git approval</a:t>
            </a:r>
          </a:p>
          <a:p>
            <a:pPr>
              <a:spcBef>
                <a:spcPts val="600"/>
              </a:spcBef>
              <a:defRPr sz="1800"/>
            </a:pPr>
            <a:r>
              <a:t>✓ Production gating works - this is our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8F00"/>
                </a:solidFill>
              </a:defRPr>
            </a:pPr>
            <a:r>
              <a:t>But Two Critical Gaps Erode This Foundation:</a:t>
            </a:r>
          </a:p>
          <a:p>
            <a:pPr>
              <a:spcBef>
                <a:spcPts val="1200"/>
              </a:spcBef>
              <a:defRPr sz="2000" b="1">
                <a:solidFill>
                  <a:srgbClr val="37474F"/>
                </a:solidFill>
              </a:defRPr>
            </a:pPr>
            <a:r>
              <a:t>Gap 1: Confluence Is Manual and Voluntary</a:t>
            </a:r>
          </a:p>
          <a:p>
            <a:pPr lvl="1">
              <a:defRPr sz="1600"/>
            </a:pPr>
            <a:r>
              <a:t>Specs are in Git. Confluence pages fall behind because updating them is optional.</a:t>
            </a:r>
          </a:p>
          <a:p>
            <a:pPr>
              <a:spcBef>
                <a:spcPts val="1200"/>
              </a:spcBef>
              <a:defRPr sz="2000" b="1">
                <a:solidFill>
                  <a:srgbClr val="37474F"/>
                </a:solidFill>
              </a:defRPr>
            </a:pPr>
            <a:r>
              <a:t>Gap 2: Design vs Reality - No Reconciliation</a:t>
            </a:r>
          </a:p>
          <a:p>
            <a:pPr lvl="1">
              <a:defRPr sz="1600"/>
            </a:pPr>
            <a:r>
              <a:t>Developers deviate during implementation. Nobody verifies what was actually built matches what was designed.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Solution: Four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1. AI-Assisted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$39/month per seat</a:t>
            </a:r>
          </a:p>
          <a:p>
            <a:r>
              <a:t>GitHub Copilot reads our Git repo</a:t>
            </a:r>
          </a:p>
          <a:p>
            <a:r>
              <a:t>Produces MADR ADRs, arc42 designs</a:t>
            </a:r>
          </a:p>
          <a:p>
            <a:r>
              <a:t>208x cheaper than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2. Enhanced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Our Git repo + AI context</a:t>
            </a:r>
          </a:p>
          <a:p>
            <a:r>
              <a:t>500+ lines of domain knowledge</a:t>
            </a:r>
          </a:p>
          <a:p>
            <a:r>
              <a:t>Previous designs inform new ones</a:t>
            </a:r>
          </a:p>
          <a:p>
            <a:r>
              <a:t>Workspace grows richer over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3. Markdown Solution Designs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Extends our Git-first practice</a:t>
            </a:r>
          </a:p>
          <a:p>
            <a:r>
              <a:t>ADRs, impacts, guidance in Markdown</a:t>
            </a:r>
          </a:p>
          <a:p>
            <a:r>
              <a:t>Pull request reviews on decisions</a:t>
            </a:r>
          </a:p>
          <a:p>
            <a:r>
              <a:t>AI-readable for future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404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4. Automated 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Replaces manual Confluence step</a:t>
            </a:r>
          </a:p>
          <a:p>
            <a:r>
              <a:t>Git push → portal updated</a:t>
            </a:r>
          </a:p>
          <a:p>
            <a:r>
              <a:t>301 artifacts auto-generated</a:t>
            </a:r>
          </a:p>
          <a:p>
            <a:r>
              <a:t>No voluntary updates to skip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Cost Evidence: 208x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8F00"/>
                </a:solidFill>
              </a:defRPr>
            </a:pPr>
            <a:r>
              <a:t>208x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cheaper per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97B"/>
                </a:solidFill>
              </a:defRPr>
            </a:pPr>
            <a:r>
              <a:t>The Architectural Difference:</a:t>
            </a:r>
          </a:p>
          <a:p>
            <a:pPr>
              <a:spcBef>
                <a:spcPts val="1200"/>
              </a:spcBef>
              <a:defRPr sz="1600" b="1"/>
            </a:pPr>
            <a:r>
              <a:t>GitHub Copilot</a:t>
            </a:r>
          </a:p>
          <a:p>
            <a:pPr lvl="1">
              <a:defRPr sz="1400"/>
            </a:pPr>
            <a:r>
              <a:t>Pre-indexes workspace in vector database. Amortized across fixed subscription. Richer context costs nothing extra.</a:t>
            </a:r>
          </a:p>
          <a:p>
            <a:pPr>
              <a:spcBef>
                <a:spcPts val="1200"/>
              </a:spcBef>
              <a:defRPr sz="1600" b="1"/>
            </a:pPr>
            <a:r>
              <a:t>OpenRouter (per-token billing)</a:t>
            </a:r>
          </a:p>
          <a:p>
            <a:pPr lvl="1">
              <a:defRPr sz="1400"/>
            </a:pPr>
            <a:r>
              <a:t>Recalculates entire context from scratch every request. Pays for every token, every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1"/>
            </a:pPr>
            <a:r>
              <a:t>5 Architecture Scenarios:</a:t>
            </a:r>
          </a:p>
          <a:p>
            <a:pPr>
              <a:spcBef>
                <a:spcPts val="600"/>
              </a:spcBef>
              <a:defRPr sz="1400"/>
            </a:pPr>
            <a:r>
              <a:t>• GitHub Copilot: $39/month subscription (fixed)</a:t>
            </a:r>
          </a:p>
          <a:p>
            <a:pPr>
              <a:spcBef>
                <a:spcPts val="600"/>
              </a:spcBef>
              <a:defRPr sz="1400"/>
            </a:pPr>
            <a:r>
              <a:t>• OpenRouter: $155.73 per run (variable, scales with context size)</a:t>
            </a:r>
          </a:p>
          <a:p>
            <a:pPr>
              <a:spcBef>
                <a:spcPts val="600"/>
              </a:spcBef>
              <a:defRPr sz="1400"/>
            </a:pPr>
            <a:r>
              <a:t>• Total workspace: 19 services, 11 ADRs, 500+ lines of domain knowledge</a:t>
            </a:r>
          </a:p>
          <a:p>
            <a:pPr>
              <a:spcBef>
                <a:spcPts val="600"/>
              </a:spcBef>
              <a:defRPr sz="1400"/>
            </a:pPr>
            <a:r>
              <a:t>• Intent-based billing: Only human prompts count, autonomous tool calls are free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What We Built: Live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solidFill>
            <a:srgbClr val="00897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Live Demo:</a:t>
            </a:r>
          </a:p>
          <a:p>
            <a:pPr algn="ctr"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>
                <a:hlinkClick r:id="rId2"/>
              </a:rPr>
              <a:t>https://mango-sand-083b8ce0f.4.azurestaticapps.net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7474F"/>
                </a:solidFill>
              </a:defRPr>
            </a:pPr>
            <a:r>
              <a:t>What to Explore:</a:t>
            </a:r>
          </a:p>
          <a:p>
            <a:pPr>
              <a:spcBef>
                <a:spcPts val="800"/>
              </a:spcBef>
              <a:defRPr sz="1600"/>
            </a:pPr>
            <a:r>
              <a:t>• 19 microservice deep-dive pages - auto-generated from our OpenAPI specs</a:t>
            </a:r>
          </a:p>
          <a:p>
            <a:pPr>
              <a:spcBef>
                <a:spcPts val="800"/>
              </a:spcBef>
              <a:defRPr sz="1600"/>
            </a:pPr>
            <a:r>
              <a:t>• 139 clickable SVG sequence diagrams - every endpoint documented</a:t>
            </a:r>
          </a:p>
          <a:p>
            <a:pPr>
              <a:spcBef>
                <a:spcPts val="800"/>
              </a:spcBef>
              <a:defRPr sz="1600"/>
            </a:pPr>
            <a:r>
              <a:t>• Interactive Swagger UI - try-it-out capable API documentation</a:t>
            </a:r>
          </a:p>
          <a:p>
            <a:pPr>
              <a:spcBef>
                <a:spcPts val="800"/>
              </a:spcBef>
              <a:defRPr sz="1600"/>
            </a:pPr>
            <a:r>
              <a:t>• Enterprise C4 diagram - all services with PCI compliance zone highlighted</a:t>
            </a:r>
          </a:p>
          <a:p>
            <a:pPr>
              <a:spcBef>
                <a:spcPts val="800"/>
              </a:spcBef>
              <a:defRPr sz="1600"/>
            </a:pPr>
            <a:r>
              <a:t>• Global architecture decision log - 11 ADRs with cross-references</a:t>
            </a:r>
          </a:p>
          <a:p>
            <a:pPr>
              <a:spcBef>
                <a:spcPts val="800"/>
              </a:spcBef>
              <a:defRPr sz="1600"/>
            </a:pPr>
            <a:r>
              <a:t>• Full-text search - instant results across all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What the AI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897B"/>
                </a:solidFill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complete architecture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474F"/>
                </a:solidFill>
              </a:defRPr>
            </a:pPr>
            <a:r>
              <a:t>From 5 Complex Scenarios:</a:t>
            </a:r>
          </a:p>
          <a:p>
            <a:pPr>
              <a:spcBef>
                <a:spcPts val="800"/>
              </a:spcBef>
              <a:defRPr sz="1400"/>
            </a:pPr>
            <a:r>
              <a:t>✓ Solution designs following arc42 structure</a:t>
            </a:r>
          </a:p>
          <a:p>
            <a:pPr>
              <a:spcBef>
                <a:spcPts val="800"/>
              </a:spcBef>
              <a:defRPr sz="1400"/>
            </a:pPr>
            <a:r>
              <a:t>✓ Impact assessments for all affected services</a:t>
            </a:r>
          </a:p>
          <a:p>
            <a:pPr>
              <a:spcBef>
                <a:spcPts val="800"/>
              </a:spcBef>
              <a:defRPr sz="1400"/>
            </a:pPr>
            <a:r>
              <a:t>✓ MADR-formatted Architecture Decision Records</a:t>
            </a:r>
          </a:p>
          <a:p>
            <a:pPr>
              <a:spcBef>
                <a:spcPts val="800"/>
              </a:spcBef>
              <a:defRPr sz="1400"/>
            </a:pPr>
            <a:r>
              <a:t>✓ Implementation guidance with code patterns</a:t>
            </a:r>
          </a:p>
          <a:p>
            <a:pPr>
              <a:spcBef>
                <a:spcPts val="800"/>
              </a:spcBef>
              <a:defRPr sz="1400"/>
            </a:pPr>
            <a:r>
              <a:t>✓ User stories with acceptance criteria</a:t>
            </a:r>
          </a:p>
          <a:p>
            <a:pPr>
              <a:spcBef>
                <a:spcPts val="800"/>
              </a:spcBef>
              <a:defRPr sz="1400"/>
            </a:pPr>
            <a:r>
              <a:t>✓ PlantUML C4 diagrams with proper notation</a:t>
            </a:r>
          </a:p>
          <a:p>
            <a:pPr>
              <a:spcBef>
                <a:spcPts val="800"/>
              </a:spcBef>
              <a:defRPr sz="1400"/>
            </a:pPr>
            <a:r>
              <a:t>✓ OpenAPI spec updates from approved designs</a:t>
            </a:r>
          </a:p>
          <a:p>
            <a:pPr>
              <a:spcBef>
                <a:spcPts val="800"/>
              </a:spcBef>
              <a:defRPr sz="1400"/>
            </a:pPr>
            <a:r>
              <a:t>✓ Investigation reports grounded in logs and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F00"/>
                </a:solidFill>
              </a:defRPr>
            </a:pPr>
            <a:r>
              <a:t>Accuracy Assessment:</a:t>
            </a:r>
          </a:p>
          <a:p>
            <a:pPr>
              <a:spcBef>
                <a:spcPts val="800"/>
              </a:spcBef>
              <a:defRPr sz="1400"/>
            </a:pPr>
            <a:r>
              <a:t>Zero fabricated data - all analysis grounded in workspace evidence</a:t>
            </a:r>
          </a:p>
          <a:p>
            <a:pPr>
              <a:spcBef>
                <a:spcPts val="600"/>
              </a:spcBef>
              <a:defRPr sz="1400"/>
            </a:pPr>
            <a:r>
              <a:t>MADR, arc42, and C4 model standards followed correctly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Innovation: PROMOTE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8F00"/>
                </a:solidFill>
              </a:defRPr>
            </a:pPr>
            <a:r>
              <a:t>The Problem We've Never Solved:</a:t>
            </a:r>
          </a:p>
          <a:p>
            <a:pPr>
              <a:spcBef>
                <a:spcPts val="800"/>
              </a:spcBef>
              <a:defRPr sz="1600"/>
            </a:pPr>
            <a:r>
              <a:t>After deployment, we never reconcile what was built vs what was designed. Specs describe intent. Production code may differ. Nobody closes this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897B"/>
                </a:solidFill>
              </a:defRPr>
            </a:pPr>
            <a:r>
              <a:t>INTAKE → INVESTIGATE → DESIGN → BUILD → DEPLOY → PROMOTE →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474F"/>
                </a:solidFill>
              </a:defRPr>
            </a:pPr>
            <a:r>
              <a:t>What PROMOTE Does:</a:t>
            </a:r>
          </a:p>
          <a:p>
            <a:pPr>
              <a:spcBef>
                <a:spcPts val="800"/>
              </a:spcBef>
              <a:defRPr sz="1600"/>
            </a:pPr>
            <a:r>
              <a:t>• Reconcile specs against reality - verify what was actually built</a:t>
            </a:r>
          </a:p>
          <a:p>
            <a:pPr>
              <a:spcBef>
                <a:spcPts val="800"/>
              </a:spcBef>
              <a:defRPr sz="1600"/>
            </a:pPr>
            <a:r>
              <a:t>• Update OpenAPI specs to reflect production behavior, not just design intent</a:t>
            </a:r>
          </a:p>
          <a:p>
            <a:pPr>
              <a:spcBef>
                <a:spcPts val="800"/>
              </a:spcBef>
              <a:defRPr sz="1600"/>
            </a:pPr>
            <a:r>
              <a:t>• Promote ticket-level ADRs to the global searchable decision log</a:t>
            </a:r>
          </a:p>
          <a:p>
            <a:pPr>
              <a:spcBef>
                <a:spcPts val="800"/>
              </a:spcBef>
              <a:defRPr sz="1600"/>
            </a:pPr>
            <a:r>
              <a:t>• Update service baseline pages with current state</a:t>
            </a:r>
          </a:p>
          <a:p>
            <a:pPr>
              <a:spcBef>
                <a:spcPts val="800"/>
              </a:spcBef>
              <a:defRPr sz="1600"/>
            </a:pPr>
            <a:r>
              <a:t>• Create audit trail of design → reality reconciliation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Ask: What We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1. GitHub Copilot Licenses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$39/month per seat</a:t>
            </a:r>
          </a:p>
          <a:p>
            <a:r>
              <a:t>Fixed subscription</a:t>
            </a:r>
          </a:p>
          <a:p>
            <a:r>
              <a:t>No variable costs</a:t>
            </a:r>
          </a:p>
          <a:p>
            <a:r>
              <a:t>Start with architecture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2. Markdown in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1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Extend our Git-first practice</a:t>
            </a:r>
          </a:p>
          <a:p>
            <a:r>
              <a:t>Solution designs in Markdown</a:t>
            </a:r>
          </a:p>
          <a:p>
            <a:r>
              <a:t>Pull request reviews on ADRs</a:t>
            </a:r>
          </a:p>
          <a:p>
            <a:r>
              <a:t>AI reads designs in future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3. Automated Publishing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Azure Static Web Apps (free tier)</a:t>
            </a:r>
          </a:p>
          <a:p>
            <a:r>
              <a:t>Git push → portal updated</a:t>
            </a:r>
          </a:p>
          <a:p>
            <a:r>
              <a:t>Replaces manual Confluence step</a:t>
            </a:r>
          </a:p>
          <a:p>
            <a:r>
              <a:t>No voluntary updates to skip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657600"/>
            <a:ext cx="384048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4. Optional: Confluence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Sync Markdown to Confluence</a:t>
            </a:r>
          </a:p>
          <a:p>
            <a:r>
              <a:t>Git remains source of truth</a:t>
            </a:r>
          </a:p>
          <a:p>
            <a:r>
              <a:t>Confluence becomes read-only mirror</a:t>
            </a:r>
          </a:p>
          <a:p>
            <a:r>
              <a:t>No dual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8F00"/>
                </a:solidFill>
              </a:defRPr>
            </a:pPr>
            <a:r>
              <a:t>Total Monthly Cost: $39/seat (Copilot) + $0 (Azure free tier) + $0 (MkDocs)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